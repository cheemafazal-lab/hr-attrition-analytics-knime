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39517EA-FEB2-413D-9897-40368706187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HR Analytics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02236BF-C751-4F7D-95E8-A23A35DC7C5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19/12/2025 23:50:17 GMT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all" id="2" name="slide2">
            <a:extLst>
              <a:ext uri="{FF2B5EF4-FFF2-40B4-BE49-F238E27FC236}">
                <a16:creationId xmlns:a16="http://schemas.microsoft.com/office/drawing/2014/main" id="{379B8A1A-A62C-42CC-B724-AD35BA6915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4813"/>
            <a:ext cx="12192000" cy="170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tr Department" id="3" name="slide3">
            <a:extLst>
              <a:ext uri="{FF2B5EF4-FFF2-40B4-BE49-F238E27FC236}">
                <a16:creationId xmlns:a16="http://schemas.microsoft.com/office/drawing/2014/main" id="{DA65957B-9C3C-40E0-8691-F099DC1105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1108"/>
            <a:ext cx="12192000" cy="283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tr Job Role" id="4" name="slide4">
            <a:extLst>
              <a:ext uri="{FF2B5EF4-FFF2-40B4-BE49-F238E27FC236}">
                <a16:creationId xmlns:a16="http://schemas.microsoft.com/office/drawing/2014/main" id="{92CA0FD8-9AAA-4A78-A6B4-9AB5C2C109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8285"/>
            <a:ext cx="12192000" cy="47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tr Years at the Company" id="5" name="slide5">
            <a:extLst>
              <a:ext uri="{FF2B5EF4-FFF2-40B4-BE49-F238E27FC236}">
                <a16:creationId xmlns:a16="http://schemas.microsoft.com/office/drawing/2014/main" id="{1574E934-ACFB-49B3-B87C-64A0019162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571" y="0"/>
            <a:ext cx="2568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tr Job Satisfaction" id="6" name="slide6">
            <a:extLst>
              <a:ext uri="{FF2B5EF4-FFF2-40B4-BE49-F238E27FC236}">
                <a16:creationId xmlns:a16="http://schemas.microsoft.com/office/drawing/2014/main" id="{A7A090AF-C54C-4E19-BBD7-52CA2E783F8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4813"/>
            <a:ext cx="12192000" cy="170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tr Overtime" id="7" name="slide7">
            <a:extLst>
              <a:ext uri="{FF2B5EF4-FFF2-40B4-BE49-F238E27FC236}">
                <a16:creationId xmlns:a16="http://schemas.microsoft.com/office/drawing/2014/main" id="{F67E7DCD-7B26-4B1C-97A4-3CE3AC8DFE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4813"/>
            <a:ext cx="12192000" cy="170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eekend Work" id="8" name="slide8">
            <a:extLst>
              <a:ext uri="{FF2B5EF4-FFF2-40B4-BE49-F238E27FC236}">
                <a16:creationId xmlns:a16="http://schemas.microsoft.com/office/drawing/2014/main" id="{20F88407-7A17-4088-8781-3089C935BA2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4238"/>
            <a:ext cx="12192000" cy="208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VIEW" id="9" name="slide9">
            <a:extLst>
              <a:ext uri="{FF2B5EF4-FFF2-40B4-BE49-F238E27FC236}">
                <a16:creationId xmlns:a16="http://schemas.microsoft.com/office/drawing/2014/main" id="{4976C70C-E50F-44DB-BE63-75F3BA27CD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TMAP" id="10" name="slide10">
            <a:extLst>
              <a:ext uri="{FF2B5EF4-FFF2-40B4-BE49-F238E27FC236}">
                <a16:creationId xmlns:a16="http://schemas.microsoft.com/office/drawing/2014/main" id="{4E172E4F-6E79-4DA8-90D9-01960120249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tmap" id="11" name="slide11">
            <a:extLst>
              <a:ext uri="{FF2B5EF4-FFF2-40B4-BE49-F238E27FC236}">
                <a16:creationId xmlns:a16="http://schemas.microsoft.com/office/drawing/2014/main" id="{6E5842EA-ABD1-4B40-BF3C-A51148285F9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002" y="0"/>
            <a:ext cx="7537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CTORS" id="12" name="slide12">
            <a:extLst>
              <a:ext uri="{FF2B5EF4-FFF2-40B4-BE49-F238E27FC236}">
                <a16:creationId xmlns:a16="http://schemas.microsoft.com/office/drawing/2014/main" id="{B5F7DBEB-9556-476B-8211-9F10126FF5C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13" name="slide13">
            <a:extLst>
              <a:ext uri="{FF2B5EF4-FFF2-40B4-BE49-F238E27FC236}">
                <a16:creationId xmlns:a16="http://schemas.microsoft.com/office/drawing/2014/main" id="{0A9FA8B7-A146-4AF2-A21C-1A4CB795B56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14" name="slide14">
            <a:extLst>
              <a:ext uri="{FF2B5EF4-FFF2-40B4-BE49-F238E27FC236}">
                <a16:creationId xmlns:a16="http://schemas.microsoft.com/office/drawing/2014/main" id="{0549AA4A-97BC-43ED-94D5-98F1B3D6A7F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15" name="slide15">
            <a:extLst>
              <a:ext uri="{FF2B5EF4-FFF2-40B4-BE49-F238E27FC236}">
                <a16:creationId xmlns:a16="http://schemas.microsoft.com/office/drawing/2014/main" id="{1C0B97AA-9FE1-4221-80F1-D4B4B6E7021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9" id="16" name="slide16">
            <a:extLst>
              <a:ext uri="{FF2B5EF4-FFF2-40B4-BE49-F238E27FC236}">
                <a16:creationId xmlns:a16="http://schemas.microsoft.com/office/drawing/2014/main" id="{FDF20CDA-26C0-4B2C-9612-64D1B107659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0"/>
            <a:ext cx="11150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2025-12-19T23:50:19Z</dcterms:created>
  <dcterms:modified xsi:type="dcterms:W3CDTF">2025-12-19T23:50:19Z</dcterms:modified>
</cp:coreProperties>
</file>